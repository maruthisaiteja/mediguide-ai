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69" r:id="rId2"/>
    <p:sldId id="270" r:id="rId3"/>
    <p:sldId id="271" r:id="rId4"/>
    <p:sldId id="272" r:id="rId5"/>
    <p:sldId id="275" r:id="rId6"/>
    <p:sldId id="276" r:id="rId7"/>
    <p:sldId id="277" r:id="rId8"/>
    <p:sldId id="280" r:id="rId9"/>
    <p:sldId id="278" r:id="rId10"/>
    <p:sldId id="2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92F053-65F9-A0A5-CE90-B80640DEEF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ED75F-81BD-BAC2-CBE3-1873149B87D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F3A9A-AD8E-48B6-B5D3-F09F0765AD5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B6B0F-CF07-9A9B-9298-C1F9BF57D3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CEFBF-B731-6D89-8205-4903D14DDB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B6C1D-1046-4A6D-80B1-1C6B3A2647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118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F447A-76D7-4DCE-9997-759B9E4673F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DE63D-82B2-451D-864F-FFE087DE8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632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82C616-21D6-769C-F4AD-A15F07F71B54}"/>
              </a:ext>
            </a:extLst>
          </p:cNvPr>
          <p:cNvSpPr txBox="1">
            <a:spLocks/>
          </p:cNvSpPr>
          <p:nvPr userDrawn="1"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0FA7336-0A61-26CC-400A-E5A33C8E2EF5}"/>
              </a:ext>
            </a:extLst>
          </p:cNvPr>
          <p:cNvSpPr txBox="1">
            <a:spLocks/>
          </p:cNvSpPr>
          <p:nvPr userDrawn="1"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‹#›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37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27DAF-95E8-4AE4-8F29-F27484FD6428}" type="datetime1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Vardhaman College Of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868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FCD47-ACA7-42E3-9E5F-46D28F163962}" type="datetime1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Vardhaman College Of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179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AF5DF-754D-4D58-9EDF-7032AC7C93FF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Vardhaman College Of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175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4429-411E-4337-96DF-B2B42568BAE7}" type="datetime1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Vardhaman College Of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08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63881-DA3B-49D1-A23E-AEA91CA42425}" type="datetime1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Vardhaman College Of Engineering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1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1867-9540-4548-BA00-41AC4CFEE70F}" type="datetime1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 smtClean="0"/>
              <a:t>Vardhaman College Of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0F4C69-05CD-71C1-F10C-658888BE28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92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D115AD5-8487-4FDE-8528-C9F7488F6ABD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 smtClean="0"/>
              <a:t>Vardhaman College Of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52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645D7-53DB-474E-B4B6-AED3786E1B39}" type="datetime1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Vardhaman College Of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90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6F967-1531-4F87-B562-081FA498D978}" type="datetime1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Vardhaman College Of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574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F6713-C2D6-415F-8132-AD7A60E4F634}" type="datetime1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Vardhaman College Of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41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782C616-21D6-769C-F4AD-A15F07F71B54}"/>
              </a:ext>
            </a:extLst>
          </p:cNvPr>
          <p:cNvSpPr txBox="1">
            <a:spLocks/>
          </p:cNvSpPr>
          <p:nvPr userDrawn="1"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0FA7336-0A61-26CC-400A-E5A33C8E2EF5}"/>
              </a:ext>
            </a:extLst>
          </p:cNvPr>
          <p:cNvSpPr txBox="1">
            <a:spLocks/>
          </p:cNvSpPr>
          <p:nvPr userDrawn="1"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‹#›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3FE11C5-A892-3527-F2D6-79044A659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363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51867-9540-4548-BA00-41AC4CFEE70F}" type="datetime1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Vardhaman College Of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0F4C69-05CD-71C1-F10C-658888BE28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696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B0B4F14-0AF0-4BBA-AB5B-5550FC29C108}" type="datetime1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N" smtClean="0"/>
              <a:t>Vardhaman College Of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6A3FA1D-EC91-45BD-A9AB-12F85A35EF5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436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73" r:id="rId12"/>
    <p:sldLayoutId id="2147483679" r:id="rId13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71A4F2-345D-CE88-B7EC-AF0B0758D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896" y="1069604"/>
            <a:ext cx="10058400" cy="1100670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latin typeface="Bookman Old Style" panose="02050604050505020204" pitchFamily="18" charset="0"/>
              </a:rPr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90B9D4-4050-D93B-860F-DFBB39B06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8112" y="4629452"/>
            <a:ext cx="9144000" cy="1288461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Aptos" panose="020B0004020202020204" pitchFamily="34" charset="0"/>
              </a:rPr>
              <a:t>                                                               Presented By - </a:t>
            </a:r>
            <a:r>
              <a:rPr lang="en-IN" sz="1800" b="1" dirty="0" smtClean="0">
                <a:latin typeface="Aptos" panose="020B0004020202020204" pitchFamily="34" charset="0"/>
              </a:rPr>
              <a:t>23ITMNP-B01</a:t>
            </a:r>
            <a:endParaRPr lang="en-IN" sz="1800" b="1" dirty="0">
              <a:latin typeface="Aptos" panose="020B0004020202020204" pitchFamily="34" charset="0"/>
            </a:endParaRPr>
          </a:p>
          <a:p>
            <a:pPr lvl="1" algn="r"/>
            <a:r>
              <a:rPr lang="en-IN" sz="1800" dirty="0">
                <a:latin typeface="Aptos" panose="020B0004020202020204" pitchFamily="34" charset="0"/>
              </a:rPr>
              <a:t>Student Name 1 - Roll No 1</a:t>
            </a:r>
          </a:p>
          <a:p>
            <a:pPr lvl="1" algn="r"/>
            <a:r>
              <a:rPr lang="en-IN" sz="1800" dirty="0">
                <a:latin typeface="Aptos" panose="020B0004020202020204" pitchFamily="34" charset="0"/>
              </a:rPr>
              <a:t>Student Name 2 - Roll No 2</a:t>
            </a:r>
          </a:p>
          <a:p>
            <a:pPr lvl="1" algn="r"/>
            <a:r>
              <a:rPr lang="en-IN" sz="1800" dirty="0">
                <a:latin typeface="Aptos" panose="020B0004020202020204" pitchFamily="34" charset="0"/>
              </a:rPr>
              <a:t>Student Name 3 - Roll No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CE0860-16C3-CAC3-0042-2B36512832B1}"/>
              </a:ext>
            </a:extLst>
          </p:cNvPr>
          <p:cNvSpPr txBox="1"/>
          <p:nvPr/>
        </p:nvSpPr>
        <p:spPr>
          <a:xfrm>
            <a:off x="3088240" y="2570267"/>
            <a:ext cx="6097712" cy="1132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b="1" dirty="0">
                <a:latin typeface="Bookman Old Style" panose="02050604050505020204" pitchFamily="18" charset="0"/>
              </a:rPr>
              <a:t>Guided By</a:t>
            </a:r>
            <a:r>
              <a:rPr lang="en-IN" sz="2800" dirty="0">
                <a:latin typeface="Bookman Old Style" panose="02050604050505020204" pitchFamily="18" charset="0"/>
              </a:rPr>
              <a:t/>
            </a:r>
            <a:br>
              <a:rPr lang="en-IN" sz="2800" dirty="0">
                <a:latin typeface="Bookman Old Style" panose="02050604050505020204" pitchFamily="18" charset="0"/>
              </a:rPr>
            </a:br>
            <a:r>
              <a:rPr lang="en-IN" sz="2800" dirty="0">
                <a:latin typeface="Bookman Old Style" panose="02050604050505020204" pitchFamily="18" charset="0"/>
              </a:rPr>
              <a:t>Guide Name</a:t>
            </a:r>
            <a:endParaRPr lang="en-IN" dirty="0"/>
          </a:p>
        </p:txBody>
      </p:sp>
      <p:sp>
        <p:nvSpPr>
          <p:cNvPr id="9" name="Date Placeholder 3"/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25-08-2026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1" name="Footer Placeholder 4"/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2" name="Slide Number Placeholder 5"/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1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535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A3C805-72CF-E36C-2B96-3FADC11B9A63}"/>
              </a:ext>
            </a:extLst>
          </p:cNvPr>
          <p:cNvSpPr txBox="1"/>
          <p:nvPr/>
        </p:nvSpPr>
        <p:spPr>
          <a:xfrm>
            <a:off x="583058" y="308493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Introduction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525A6B7-6F01-856E-E0C5-EE0CCCF89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205" y="1062970"/>
            <a:ext cx="10078949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ptos" panose="020B0004020202020204" pitchFamily="34" charset="0"/>
              </a:rPr>
              <a:t>Points to be Covered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ptos" panose="020B00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Brief background of the topic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ptos" panose="020B0004020202020204" pitchFamily="34" charset="0"/>
              </a:rPr>
              <a:t> Motivation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Relevance in current scenario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Real-world applications (if applicable)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35B595-292B-67CE-1E0E-2DE4AFA0BB04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25-08-2026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519CC8C-BD30-68DD-938A-9D801131D104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A13975D-5A60-DFFB-8F21-1A579B3AD020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2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157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FDBA8-31F8-6831-130A-352BA372F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BA564C-F2C1-E58F-3A32-8202431D98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22D6D9-E876-3181-2C72-45B794DA4BF4}"/>
              </a:ext>
            </a:extLst>
          </p:cNvPr>
          <p:cNvSpPr txBox="1"/>
          <p:nvPr/>
        </p:nvSpPr>
        <p:spPr>
          <a:xfrm>
            <a:off x="541962" y="352680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Problem Statement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5050B35-C9D5-CF08-7FF6-8A53E932B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528" y="995432"/>
            <a:ext cx="9678256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>
                <a:latin typeface="Aptos" panose="020B0004020202020204" pitchFamily="34" charset="0"/>
              </a:rPr>
              <a:t>Points to be Covered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Clearly stated problem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What is lacking in existing systems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Why this problem needs to be solved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85F708B-8B66-50CE-7300-0EFF66574F3B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25-08-2026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3C70CEB-09EE-5E20-B6A4-1EEEF071838C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A97C427-76BF-7263-5584-8CD227298C5C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3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CE75F-D6B4-4EC3-E2B8-168FAC8A2860}"/>
              </a:ext>
            </a:extLst>
          </p:cNvPr>
          <p:cNvSpPr txBox="1"/>
          <p:nvPr/>
        </p:nvSpPr>
        <p:spPr>
          <a:xfrm>
            <a:off x="541962" y="2756439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Abstract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6F7D36-7EB9-CB51-13C8-1F4DA8ABDD89}"/>
              </a:ext>
            </a:extLst>
          </p:cNvPr>
          <p:cNvSpPr txBox="1"/>
          <p:nvPr/>
        </p:nvSpPr>
        <p:spPr>
          <a:xfrm>
            <a:off x="1426317" y="3341214"/>
            <a:ext cx="791386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fontAlgn="base">
              <a:spcAft>
                <a:spcPts val="10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Should be 500 words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Introduction/ Importance– 1 Sentence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Problem statement/ Research gap – 2 Sentences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Who is going to fetch/ Objective– 1 Sentence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you are going to show solution/Methodology – 2 Sentences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what parameter you are Concentrating/Key findings – 1 Sentence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fontAlgn="base"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Implications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644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0B5D-2303-3AD1-3A37-89014B9E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160DF6-7120-F974-19F2-35CE8CBC39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406C81-0F5D-683F-7220-12572C25AAC8}"/>
              </a:ext>
            </a:extLst>
          </p:cNvPr>
          <p:cNvSpPr txBox="1"/>
          <p:nvPr/>
        </p:nvSpPr>
        <p:spPr>
          <a:xfrm>
            <a:off x="470042" y="305344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ook Antiqua" panose="02040602050305030304" pitchFamily="18" charset="0"/>
              </a:rPr>
              <a:t>Literature Survey Summary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48FE66D-7997-AC90-4D98-E1780CAF6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141786"/>
              </p:ext>
            </p:extLst>
          </p:nvPr>
        </p:nvGraphicFramePr>
        <p:xfrm>
          <a:off x="840198" y="1257267"/>
          <a:ext cx="10027320" cy="3840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05464">
                  <a:extLst>
                    <a:ext uri="{9D8B030D-6E8A-4147-A177-3AD203B41FA5}">
                      <a16:colId xmlns:a16="http://schemas.microsoft.com/office/drawing/2014/main" val="2117232728"/>
                    </a:ext>
                  </a:extLst>
                </a:gridCol>
                <a:gridCol w="2005464">
                  <a:extLst>
                    <a:ext uri="{9D8B030D-6E8A-4147-A177-3AD203B41FA5}">
                      <a16:colId xmlns:a16="http://schemas.microsoft.com/office/drawing/2014/main" val="2203765823"/>
                    </a:ext>
                  </a:extLst>
                </a:gridCol>
                <a:gridCol w="2005464">
                  <a:extLst>
                    <a:ext uri="{9D8B030D-6E8A-4147-A177-3AD203B41FA5}">
                      <a16:colId xmlns:a16="http://schemas.microsoft.com/office/drawing/2014/main" val="3461313282"/>
                    </a:ext>
                  </a:extLst>
                </a:gridCol>
                <a:gridCol w="2005464">
                  <a:extLst>
                    <a:ext uri="{9D8B030D-6E8A-4147-A177-3AD203B41FA5}">
                      <a16:colId xmlns:a16="http://schemas.microsoft.com/office/drawing/2014/main" val="1709901478"/>
                    </a:ext>
                  </a:extLst>
                </a:gridCol>
                <a:gridCol w="2005464">
                  <a:extLst>
                    <a:ext uri="{9D8B030D-6E8A-4147-A177-3AD203B41FA5}">
                      <a16:colId xmlns:a16="http://schemas.microsoft.com/office/drawing/2014/main" val="3047180167"/>
                    </a:ext>
                  </a:extLst>
                </a:gridCol>
              </a:tblGrid>
              <a:tr h="77569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Ref No.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Existing Works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</a:t>
                      </a:r>
                      <a:r>
                        <a:rPr lang="en-US" dirty="0" smtClean="0"/>
                        <a:t>Gaps / Limitations 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Algorithm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Your Project Addresses the Gaps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3460161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[1]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575507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[2]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280791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[3]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907860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[4]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111642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[5]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143183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[6]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245519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[7]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984849"/>
                  </a:ext>
                </a:extLst>
              </a:tr>
              <a:tr h="3238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[8]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780379"/>
                  </a:ext>
                </a:extLst>
              </a:tr>
            </a:tbl>
          </a:graphicData>
        </a:graphic>
      </p:graphicFrame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A7A1348-68F7-EA91-EAFE-5B3EC680D20C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25-08-2026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FFB97E3-AE8E-55EB-9F91-20FDDBF34DFA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A78E1C5-97FB-6677-7CC1-126AA4153A00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4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684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1CFFE-0E57-6C12-C7C0-DFC70253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9F9C9C-0D4F-5D8B-BD8E-8E20F3C21D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766489-E1FE-962C-85E0-4FE40C0A7900}"/>
              </a:ext>
            </a:extLst>
          </p:cNvPr>
          <p:cNvSpPr txBox="1"/>
          <p:nvPr/>
        </p:nvSpPr>
        <p:spPr>
          <a:xfrm>
            <a:off x="922104" y="978551"/>
            <a:ext cx="10058429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Points to be Covered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Unique features of your solution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How is it different from or better than existing methods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E80B1F-40AD-F8B2-0D55-CFB4AC08A382}"/>
              </a:ext>
            </a:extLst>
          </p:cNvPr>
          <p:cNvSpPr txBox="1"/>
          <p:nvPr/>
        </p:nvSpPr>
        <p:spPr>
          <a:xfrm>
            <a:off x="922104" y="3338517"/>
            <a:ext cx="8496756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Points to be Covered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What do you plan to deliver (report, model, product, research paper)?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 Expected benefits or 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4DB8FA-8D5C-3599-7F98-9D13643289BA}"/>
              </a:ext>
            </a:extLst>
          </p:cNvPr>
          <p:cNvSpPr txBox="1"/>
          <p:nvPr/>
        </p:nvSpPr>
        <p:spPr>
          <a:xfrm>
            <a:off x="562510" y="352680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ook Antiqua" panose="02040602050305030304" pitchFamily="18" charset="0"/>
              </a:rPr>
              <a:t>Novelty / Innovation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6092D4-C0D2-83BA-70BC-9E5FE2DD03F8}"/>
              </a:ext>
            </a:extLst>
          </p:cNvPr>
          <p:cNvSpPr txBox="1"/>
          <p:nvPr/>
        </p:nvSpPr>
        <p:spPr>
          <a:xfrm>
            <a:off x="562510" y="2753742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ook Antiqua" panose="02040602050305030304" pitchFamily="18" charset="0"/>
              </a:rPr>
              <a:t>Expected Outcomes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088FBEB9-E56D-5C2E-8771-9B8716579C46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25-08-2026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E7E5F53-BF72-E0A5-42FF-EB1FD5131BEF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49DF87E-F6B1-BF6B-9905-75DFD5C166AE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5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09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45BAFB-7EF4-2023-4132-1AABA9780B4B}"/>
              </a:ext>
            </a:extLst>
          </p:cNvPr>
          <p:cNvSpPr txBox="1"/>
          <p:nvPr/>
        </p:nvSpPr>
        <p:spPr>
          <a:xfrm>
            <a:off x="850187" y="1202750"/>
            <a:ext cx="6097712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Points to be Covered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Who is doing what?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Responsibility matrix (optional)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20567-F3E9-70F2-2D44-04B5DB9DFD9B}"/>
              </a:ext>
            </a:extLst>
          </p:cNvPr>
          <p:cNvSpPr txBox="1"/>
          <p:nvPr/>
        </p:nvSpPr>
        <p:spPr>
          <a:xfrm>
            <a:off x="850187" y="3919197"/>
            <a:ext cx="10369193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ptos" panose="020B0004020202020204" pitchFamily="34" charset="0"/>
              </a:rPr>
              <a:t>Points to be Covered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Planned schedule for each phase (Review 1, 2, 3, and final)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AE2B7-A7CE-B884-7D48-63814EA248E4}"/>
              </a:ext>
            </a:extLst>
          </p:cNvPr>
          <p:cNvSpPr txBox="1"/>
          <p:nvPr/>
        </p:nvSpPr>
        <p:spPr>
          <a:xfrm>
            <a:off x="480316" y="483153"/>
            <a:ext cx="76259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ook Antiqua" panose="02040602050305030304" pitchFamily="18" charset="0"/>
              </a:rPr>
              <a:t>Team Roles &amp; Work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49DCF2-ACFD-DBDE-B900-B7C2E0FC594C}"/>
              </a:ext>
            </a:extLst>
          </p:cNvPr>
          <p:cNvSpPr txBox="1"/>
          <p:nvPr/>
        </p:nvSpPr>
        <p:spPr>
          <a:xfrm>
            <a:off x="439411" y="3154992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Book Antiqua" panose="02040602050305030304" pitchFamily="18" charset="0"/>
              </a:rPr>
              <a:t>Timeline / Gantt Chart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D9523E8-04A9-5F7D-B678-26825DAFA520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25-08-2026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2017F37-7C0C-AF04-70D3-A489461D2493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FFA89DD-6E6D-D81C-D317-DDBAE9EFD00D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99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45BAFB-7EF4-2023-4132-1AABA9780B4B}"/>
              </a:ext>
            </a:extLst>
          </p:cNvPr>
          <p:cNvSpPr txBox="1"/>
          <p:nvPr/>
        </p:nvSpPr>
        <p:spPr>
          <a:xfrm>
            <a:off x="1799160" y="1403831"/>
            <a:ext cx="6097712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ptos" panose="020B0004020202020204" pitchFamily="34" charset="0"/>
              </a:rPr>
              <a:t>Dataset Description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ptos" panose="020B0004020202020204" pitchFamily="34" charset="0"/>
              </a:rPr>
              <a:t>Algorithms implemented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latin typeface="Aptos" panose="020B0004020202020204" pitchFamily="34" charset="0"/>
              </a:rPr>
              <a:t>Comparison Table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AE2B7-A7CE-B884-7D48-63814EA248E4}"/>
              </a:ext>
            </a:extLst>
          </p:cNvPr>
          <p:cNvSpPr txBox="1"/>
          <p:nvPr/>
        </p:nvSpPr>
        <p:spPr>
          <a:xfrm>
            <a:off x="850187" y="716419"/>
            <a:ext cx="76259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 smtClean="0">
                <a:latin typeface="Book Antiqua" panose="02040602050305030304" pitchFamily="18" charset="0"/>
              </a:rPr>
              <a:t>Implementation and Results</a:t>
            </a:r>
            <a:endParaRPr lang="en-US" sz="3200" b="1" dirty="0">
              <a:latin typeface="Book Antiqua" panose="02040602050305030304" pitchFamily="18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D9523E8-04A9-5F7D-B678-26825DAFA520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25-08-2026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A2017F37-7C0C-AF04-70D3-A489461D2493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FFA89DD-6E6D-D81C-D317-DDBAE9EFD00D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7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617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0B5D-2303-3AD1-3A37-89014B9E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160DF6-7120-F974-19F2-35CE8CBC39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18" y="69351"/>
            <a:ext cx="1224280" cy="935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406C81-0F5D-683F-7220-12572C25AAC8}"/>
              </a:ext>
            </a:extLst>
          </p:cNvPr>
          <p:cNvSpPr txBox="1"/>
          <p:nvPr/>
        </p:nvSpPr>
        <p:spPr>
          <a:xfrm>
            <a:off x="439411" y="420566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 smtClean="0">
                <a:latin typeface="Book Antiqua" panose="02040602050305030304" pitchFamily="18" charset="0"/>
              </a:rPr>
              <a:t>Comparison Table</a:t>
            </a:r>
            <a:endParaRPr lang="en-US" sz="3200" b="1" dirty="0">
              <a:latin typeface="Book Antiqua" panose="0204060205030503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48FE66D-7997-AC90-4D98-E1780CAF6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620967"/>
              </p:ext>
            </p:extLst>
          </p:nvPr>
        </p:nvGraphicFramePr>
        <p:xfrm>
          <a:off x="998687" y="1322582"/>
          <a:ext cx="9981915" cy="382860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173590">
                  <a:extLst>
                    <a:ext uri="{9D8B030D-6E8A-4147-A177-3AD203B41FA5}">
                      <a16:colId xmlns:a16="http://schemas.microsoft.com/office/drawing/2014/main" val="2117232728"/>
                    </a:ext>
                  </a:extLst>
                </a:gridCol>
                <a:gridCol w="4481020">
                  <a:extLst>
                    <a:ext uri="{9D8B030D-6E8A-4147-A177-3AD203B41FA5}">
                      <a16:colId xmlns:a16="http://schemas.microsoft.com/office/drawing/2014/main" val="2203765823"/>
                    </a:ext>
                  </a:extLst>
                </a:gridCol>
                <a:gridCol w="3327305">
                  <a:extLst>
                    <a:ext uri="{9D8B030D-6E8A-4147-A177-3AD203B41FA5}">
                      <a16:colId xmlns:a16="http://schemas.microsoft.com/office/drawing/2014/main" val="3047180167"/>
                    </a:ext>
                  </a:extLst>
                </a:gridCol>
              </a:tblGrid>
              <a:tr h="90252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Ref No.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Existing Works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Proposed Work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3460161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[1]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575507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[2]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280791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[3]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907860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[4]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4111642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[5]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143183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[6]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2245519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[7]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984849"/>
                  </a:ext>
                </a:extLst>
              </a:tr>
              <a:tr h="3610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[8]</a:t>
                      </a:r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780379"/>
                  </a:ext>
                </a:extLst>
              </a:tr>
            </a:tbl>
          </a:graphicData>
        </a:graphic>
      </p:graphicFrame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A7A1348-68F7-EA91-EAFE-5B3EC680D20C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25-08-2026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FFB97E3-AE8E-55EB-9F91-20FDDBF34DFA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A78E1C5-97FB-6677-7CC1-126AA4153A00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8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208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44121E-2B36-0636-E404-5D42EBFA39C0}"/>
              </a:ext>
            </a:extLst>
          </p:cNvPr>
          <p:cNvSpPr txBox="1"/>
          <p:nvPr/>
        </p:nvSpPr>
        <p:spPr>
          <a:xfrm>
            <a:off x="470042" y="442057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36217-B8F5-06A5-DAE8-17894E03DAA7}"/>
              </a:ext>
            </a:extLst>
          </p:cNvPr>
          <p:cNvSpPr txBox="1"/>
          <p:nvPr/>
        </p:nvSpPr>
        <p:spPr>
          <a:xfrm>
            <a:off x="809090" y="1243441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APA/IEEE formatted references from literature review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115BBE8-9AD5-8D84-3BA5-316D1EDECDFF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25-08-2026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71EB479-8D17-20B5-4E5E-3C7B064DCCEB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B843B29-CD93-D47E-5922-AC6D22AC4611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9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682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C2933E-AB42-4159-1EFD-4E90435B8F04}"/>
              </a:ext>
            </a:extLst>
          </p:cNvPr>
          <p:cNvSpPr txBox="1"/>
          <p:nvPr/>
        </p:nvSpPr>
        <p:spPr>
          <a:xfrm>
            <a:off x="4214544" y="2599630"/>
            <a:ext cx="59931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“</a:t>
            </a:r>
            <a:r>
              <a:rPr lang="en-IN" sz="4800" b="1" dirty="0">
                <a:latin typeface="Book Antiqua" panose="02040602050305030304" pitchFamily="18" charset="0"/>
              </a:rPr>
              <a:t>Thank You</a:t>
            </a:r>
            <a:r>
              <a:rPr lang="en-IN" sz="3200" b="1" dirty="0">
                <a:latin typeface="Book Antiqua" panose="02040602050305030304" pitchFamily="18" charset="0"/>
              </a:rPr>
              <a:t>” slide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B35C752-1BC6-0C13-884D-8DB0FF6D501C}"/>
              </a:ext>
            </a:extLst>
          </p:cNvPr>
          <p:cNvSpPr txBox="1">
            <a:spLocks/>
          </p:cNvSpPr>
          <p:nvPr/>
        </p:nvSpPr>
        <p:spPr>
          <a:xfrm>
            <a:off x="439411" y="6500881"/>
            <a:ext cx="271949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33567D-5EE0-40A0-B82F-9ED3A38CE16E}" type="datetimeFigureOut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25-08-2026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3B936E0-3D39-1842-927E-CF20081476B6}"/>
              </a:ext>
            </a:extLst>
          </p:cNvPr>
          <p:cNvSpPr txBox="1">
            <a:spLocks/>
          </p:cNvSpPr>
          <p:nvPr/>
        </p:nvSpPr>
        <p:spPr>
          <a:xfrm>
            <a:off x="4759240" y="6456244"/>
            <a:ext cx="3490907" cy="34524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200" b="1" kern="1200" cap="none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dirty="0">
                <a:solidFill>
                  <a:schemeClr val="accent3"/>
                </a:solidFill>
              </a:rPr>
              <a:t>Vardhaman College of Engineering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56EF318-D93C-033A-0B08-0C5A1191EAB0}"/>
              </a:ext>
            </a:extLst>
          </p:cNvPr>
          <p:cNvSpPr txBox="1">
            <a:spLocks/>
          </p:cNvSpPr>
          <p:nvPr/>
        </p:nvSpPr>
        <p:spPr>
          <a:xfrm>
            <a:off x="10822112" y="6490607"/>
            <a:ext cx="3903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6A3FA1D-EC91-45BD-A9AB-12F85A35EF5C}" type="slidenum">
              <a:rPr lang="en-IN" sz="1200" smtClean="0">
                <a:solidFill>
                  <a:schemeClr val="accent3"/>
                </a:solidFill>
                <a:latin typeface="Aptos" panose="020B0004020202020204" pitchFamily="34" charset="0"/>
              </a:rPr>
              <a:pPr/>
              <a:t>10</a:t>
            </a:fld>
            <a:endParaRPr lang="en-IN" sz="1200" dirty="0">
              <a:solidFill>
                <a:schemeClr val="accent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3714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110</TotalTime>
  <Words>386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Book Antiqua</vt:lpstr>
      <vt:lpstr>Bookman Old Style</vt:lpstr>
      <vt:lpstr>Calibri</vt:lpstr>
      <vt:lpstr>Calibri Light</vt:lpstr>
      <vt:lpstr>Symbol</vt:lpstr>
      <vt:lpstr>Times New Roman</vt:lpstr>
      <vt:lpstr>Retrospect</vt:lpstr>
      <vt:lpstr>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Nikhila Sreekanth</dc:creator>
  <cp:lastModifiedBy>Dr Nikhila</cp:lastModifiedBy>
  <cp:revision>20</cp:revision>
  <dcterms:created xsi:type="dcterms:W3CDTF">2025-07-20T13:06:57Z</dcterms:created>
  <dcterms:modified xsi:type="dcterms:W3CDTF">2026-08-25T05:27:00Z</dcterms:modified>
</cp:coreProperties>
</file>